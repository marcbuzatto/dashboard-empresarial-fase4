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alibri"/>
              </a:defRPr>
            </a:pPr>
            <a:r>
              <a:t>MICROPROJETO 7  —  IA APLICADA AO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Fase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5B4FC"/>
                </a:solidFill>
                <a:latin typeface="Calibri"/>
              </a:defRPr>
            </a:pPr>
            <a:r>
              <a:t>Apresentação e Entrega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C8"/>
                </a:solidFill>
                <a:latin typeface="Calibri"/>
              </a:defRPr>
            </a:pPr>
            <a:r>
              <a:t>Dashboard de Performance Comparativa</a:t>
            </a:r>
            <a:br/>
            <a:r>
              <a:t>Organização dos materiais, apresentação e reflexão sobre o aprendizado.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Senac Lapa Tito  |  Turma MED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Marc Buzatto  |  Yan Guilherme  |  Bruno Neiva  |  João P. Sandi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Resumo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Visão geral das fases e entregas do Microprojeto 7 — Dashboard Empresarial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57400" cy="34747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Levantamento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Identificação do problema e contexto empresarial. Definição do setor e levantamento inicial de requisitos.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920240"/>
            <a:ext cx="2057400" cy="34747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Planejamento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8036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Definição de escopo, objetivos, KPIs, fórmula V%, e planejamento técnico do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920240"/>
            <a:ext cx="2057400" cy="34747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Desenvolvimento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88036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Construção do dashboard interativo com 6 KPIs, 4 gráficos, filtros e alertas visuais.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20240"/>
            <a:ext cx="2057400" cy="34747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88036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Testes realizados, objetivos verificados, 100% de conformidade. Correções aplicadas.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920240"/>
            <a:ext cx="2057400" cy="34747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Fase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Apresentação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6F1"/>
                </a:solidFill>
                <a:latin typeface="Calibri"/>
              </a:defRPr>
            </a:pPr>
            <a:r>
              <a:t>Em andamento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88036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Organização dos materiais, apresentação e reflexão sobre o aprendizado.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B4C8"/>
                </a:solidFill>
                <a:latin typeface="Calibri"/>
              </a:defRPr>
            </a:pPr>
            <a:r>
              <a:t>Link do Dashboard: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806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B4FC"/>
                </a:solidFill>
                <a:latin typeface="Calibri"/>
              </a:defRPr>
            </a:pPr>
            <a:r>
              <a:t>https://dashboard-empresarial-fase4.vercel.app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Organização dos Materiais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Inventário completo dos artefatos produzidos ao longo do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Site Fase 3 (Netlify)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Documentação das fases 1 a 3 com levantamento, planejamento e desenvolvimento.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splendorous-empanada-d7a759.netlify.app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91440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Site Fase 4 (Vercel)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Dashboard interativo com testes, validação, KPIs e gráficos de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dashboard-empresarial-fase4.vercel.app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Repositório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Código-fonte do projeto com histórico de commits e versionamento.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github.com/MarcBuzatto/dashboard-empresarial-fase4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12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Apresentação Fase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Slides de apoio para a apresentação final do projeto (este arquivo).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PowerPoint (.pptx)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Resultados do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Principais indicadores e conquistas do painel gerencial desenvolvido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KPIs</a:t>
            </a:r>
            <a:br/>
            <a:r>
              <a:t>Monitorados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Gráficos</a:t>
            </a:r>
            <a:br/>
            <a:r>
              <a:t>Interativos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Meses de</a:t>
            </a:r>
            <a:br/>
            <a:r>
              <a:t>Histórico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Testes</a:t>
            </a:r>
            <a:br/>
            <a:r>
              <a:t>Aprovados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alibri"/>
              </a:defRPr>
            </a:pPr>
            <a:r>
              <a:t>V%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Fórmula</a:t>
            </a:r>
            <a:br/>
            <a:r>
              <a:t>Aplicada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91640" cy="16459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9659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65176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C8"/>
                </a:solidFill>
                <a:latin typeface="Calibri"/>
              </a:defRPr>
            </a:pPr>
            <a:r>
              <a:t>Filtros de</a:t>
            </a:r>
            <a:br/>
            <a:r>
              <a:t>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Indicadores Monitorados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Receita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R$ 220.000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+12.8%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9768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Custos Operacionais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81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R$ 135.000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+8.0%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29768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Lucro Líquido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681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R$ 85.000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+21.4%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Margem de Lucro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38.6%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687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+0.5pp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530352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Ticket Médio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R$ 172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687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+11.0%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5303520"/>
            <a:ext cx="3474720" cy="82296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Nº de Clientes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1.279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5687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+1.7%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Testes e Validação (Fase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Resumo dos resultados da fase de testes e validação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Precisão dos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Fórmula V% validada contra cálculos manuais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38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Responsividade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3 breakpoints testados (mobile, tablet, desktop)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Carregamento &lt; 2 segundos em todas conexões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1752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272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Interface intuitiva para gestores não-técnicos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Interatividade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Filtros, tooltips e alternância de visualizações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06240"/>
            <a:ext cx="539496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Consistência Visual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Cores, tipografia e alertas padronizados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338328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Objetivos Atingidos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486400"/>
            <a:ext cx="338328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Taxa de Conformidade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486400"/>
            <a:ext cx="3383280" cy="10058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APROVADO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Validação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Reflexão sobre o Aprendizado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Principais lições aprendidas durante o desenvolvimento do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94960" cy="201168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Dados sem contexto não geram decisão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Números isolados não têm valor gerencial. A fórmula V% transforma dados brutos em informação comparativa que realmente apoia decisões estratégicas.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394960" cy="201168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 visualização importa tanto quanto o 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4231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Gráficos mal projetados podem distorcer a realidade. Investir em hierarquia visual, cores significativas e legendas claras fez diferença na comunicação.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394960" cy="201168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Testes revelam falhas invisíveis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091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Sem a fase de testes, problemas como divisão por zero e overflow em dispositivos móveis não teriam sido identificados. Testar é parte essencial.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94960" cy="201168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Trabalho em equipe e complementaridade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7091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A divisão de papéis permitiu que cada membro contribuísse com sua especialidade, resultando em um produto mais completo e bem estruturado.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Entrega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Consolidação de todos os entregáveis do Microprojeto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Fase 1 - Levantamento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Documentação do contexto empresarial e identificação do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16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Fase 2 - Planejamento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54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Escopo, objetivos, KPIs, fórmula V% e requisitos técnicos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67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Fase 3 - Desenvolvimento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69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Dashboard interativo com gráficos, KPIs e filtros dinâmicos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698480" cy="7772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45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Fase 4 - Testes e Validação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83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6 testes aprovados, 6/6 objetivos atingidos, 100% conformidade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59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Fase 5 - Apresentação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897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8"/>
                </a:solidFill>
                <a:latin typeface="Calibri"/>
              </a:defRPr>
            </a:pPr>
            <a:r>
              <a:t>Slides de apoio, reflexão e entrega final do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Concluída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alibri"/>
              </a:defRPr>
            </a:pPr>
            <a:r>
              <a:t>MICROPROJETO 7  —  DASHBOARD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Equipe do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2286000" cy="25603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YG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Yan Guilherme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Design 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926080"/>
            <a:ext cx="2286000" cy="25603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315468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Bruno Neiva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Coleta de 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926080"/>
            <a:ext cx="2286000" cy="25603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315468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Marc Buzatto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Análise e Interpretação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926080"/>
            <a:ext cx="2286000" cy="2560320"/>
          </a:xfrm>
          <a:prstGeom prst="roundRect">
            <a:avLst/>
          </a:prstGeom>
          <a:solidFill>
            <a:srgbClr val="191932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38359" y="315468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59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João P. Sandi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B4FC"/>
                </a:solidFill>
                <a:latin typeface="Calibri"/>
              </a:defRPr>
            </a:pPr>
            <a:r>
              <a:t>Apresentação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Senac Lapa Tito  |  MED 24  |  IA aplicada ao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